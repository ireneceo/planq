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제안 개요</a:t>
            </a:r>
          </a:p>
        </p:txBody>
      </p:sp>
      <p:sp>
        <p:txBody>
          <a:bodyPr/>
          <a:p>
            <a:r>
              <a:t>핵심 코드명 오피스카나리피피티</a:t>
            </a:r>
          </a:p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일정</a:t>
            </a:r>
          </a:p>
        </p:txBody>
      </p:sp>
      <p:sp>
        <p:txBody>
          <a:bodyPr/>
          <a:p>
            <a:r>
              <a:t>2026년 10월 착수</a:t>
            </a:r>
          </a:p>
          <a:p/>
        </p:txBody>
      </p:sp>
    </p:spTree>
  </p:cSld>
</p:sld>
</file>